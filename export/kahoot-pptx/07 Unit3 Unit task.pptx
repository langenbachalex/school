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share = teilen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= das Spiel, der Wettkampf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= das Licht; die Lampe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speak clearly/loudly = deutlich/laut sprechen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</a:rPr>
              <a:t>Unit 3 · Vocabulary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Unit task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 Wörter · Auffrischen mit Mr. Alex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🤝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share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teilen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Unit task · 1/4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⚽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match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Spiel, der Wettkampf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Unit task · 2/4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💡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light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Licht; die Lampe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Unit task · 3/4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📢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213A"/>
                </a:solidFill>
              </a:rPr>
              <a:t>(to) speak clearly/loudly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deutlich/laut sprechen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Unit task · 4/4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Unit task</dc:title>
  <dc:subject>PptxGenJS Presentation</dc:subject>
  <dc:creator>Mr. Alex</dc:creator>
  <cp:lastModifiedBy>Mr. Alex</cp:lastModifiedBy>
  <cp:revision>1</cp:revision>
  <dcterms:created xsi:type="dcterms:W3CDTF">2026-10-10T10:29:46Z</dcterms:created>
  <dcterms:modified xsi:type="dcterms:W3CDTF">2026-10-10T10:29:46Z</dcterms:modified>
</cp:coreProperties>
</file>