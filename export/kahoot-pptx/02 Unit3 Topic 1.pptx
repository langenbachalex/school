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weekday = der Werktag, der Wochentag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8 o'clock = um 8 Uhr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p.m. = 4 Uhr nachmittags, 16 Uhr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a.m. = 4 Uhr (früh)morgens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United Kingdom (= the UK) = das Vereinigte Königreich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 = die Stunde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clock = die (Wand-, Stand-, Turm-)Uhr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morning = der Morgen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evening = der Abend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lunchtime = die Mittagszeit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= das Ende, der Schluss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end = schließlich; zum Schluss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the end (of) = am Ende (von)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(school / the lesson) = vor (der Schule / der Unterrichtsstunde)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= warum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newspaper (paper) = die (Tages-)Zeitung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letter = der Brief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competition = der Wettbewerb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choose = (aus)wählen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winner = der Gewinner, die Gewinnerin; der Sieger, die Siegerin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illness = die Krankheit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wheelchair = der Rollstuhl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husband = der Ehemann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cafe = das Café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get up = aufstehen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shower = die Dusche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get dressed = sich anziehen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breakfast = das Frühstück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take = dauern, (Zeit) brauchen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watch (sth.) = (sich etwas) anschauen; (etwas) beobachten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= die Zeile; die Reihe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shopping = das Einkaufen; die Einkäufe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afternoon = der Nachmittag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brush = bürsten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tooth, pl teeth = der Zahn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everybody = jeder; alle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= das Projekt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country = das Land; die ländliche Gegend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</a:rPr>
              <a:t>Unit 3 · Vocabulary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Topic 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38 Wörter · Auffrischen mit Mr. Alex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📅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weekday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Werktag, der Wochentag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1/38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🕗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at 8 o'clock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um 8 Uhr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2/38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🕓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4 p.m.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4 Uhr nachmittags, 16 Uhr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3/38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🌙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4 a.m.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4 Uhr (früh)morgens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4/38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🇬🇧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213A"/>
                </a:solidFill>
              </a:rPr>
              <a:t>the United Kingdom (= the UK)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Vereinigte Königreich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5/38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⏳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hour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Stunde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6/38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🕰️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clock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(Wand-, Stand-, Turm-)Uhr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7/38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🌅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morning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Morgen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8/38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🌆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evening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Abend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9/38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🥪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lunchtime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Mittagszeit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10/38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🏁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end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Ende, der Schluss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11/38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🔚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in the end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schließlich; zum Schluss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12/38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📍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at the end (of)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am Ende (von)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13/38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⏮️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213A"/>
                </a:solidFill>
              </a:rPr>
              <a:t>before (school / the lesson)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vor (der Schule / der Unterrichtsstunde)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14/38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❓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why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warum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15/38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📰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newspaper (paper)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(Tages-)Zeitung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16/38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✉️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letter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Brief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17/38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🎯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competition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Wettbewerb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18/38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👉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choose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(aus)wählen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19/38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🏅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winner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6627A"/>
                </a:solidFill>
              </a:rPr>
              <a:t>der Gewinner, die Gewinnerin; der Sieger, die Siegerin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20/38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🤒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illness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Krankheit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21/38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🦽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wheelchair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Rollstuhl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22/38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💍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husband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Ehemann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23/38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☕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cafe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Café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24/38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⏰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get up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aufstehen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25/38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🚿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shower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Dusche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26/38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👕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get dressed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sich anziehen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27/38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🥣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breakfast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Frühstück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28/38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⌛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take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dauern, (Zeit) brauchen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29/38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👀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watch (sth.)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6627A"/>
                </a:solidFill>
              </a:rPr>
              <a:t>(sich etwas) anschauen; (etwas) beobachten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30/38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🏘️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line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Zeile; die Reihe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31/38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🛍️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shopping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Einkaufen; die Einkäufe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32/38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☀️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afternoon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Nachmittag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33/38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🪥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brush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bürsten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34/38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🦷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tooth, pl teeth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Zahn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35/38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🌍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everybody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jeder; alle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36/38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📋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project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Projekt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37/38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🌾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country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Land; die ländliche Gegend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1 · 38/38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– Topic 1</dc:title>
  <dc:subject>PptxGenJS Presentation</dc:subject>
  <dc:creator>Mr. Alex</dc:creator>
  <cp:lastModifiedBy>Mr. Alex</cp:lastModifiedBy>
  <cp:revision>1</cp:revision>
  <dcterms:created xsi:type="dcterms:W3CDTF">2026-10-10T10:29:46Z</dcterms:created>
  <dcterms:modified xsi:type="dcterms:W3CDTF">2026-10-10T10:29:46Z</dcterms:modified>
</cp:coreProperties>
</file>