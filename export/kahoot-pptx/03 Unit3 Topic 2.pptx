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(school) club = die AG (in der Schule)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drama = das Schauspiel, die darstellende Kunst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cycle = Rad fahren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hike = wandern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(to) run = rennen, laufen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trampolining = das Trampolinspringen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schools = die meisten Schulen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clubs ...? = Welche AGs ...?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 = das Meer, die See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sentence = der Satz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= manchmal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= nie, niemals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rarely = selten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secret = das Geheimnis; geheim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= die Aktivität, die Tätigkeit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</a:rPr>
              <a:t>Unit 3 · Vocabulary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Topic 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15 Wörter · Auffrischen mit Mr. Alex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🎨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(school) club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AG (in der Schule)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1/15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🎭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drama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Schauspiel, die darstellende Kunst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2/15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🚴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cycle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Rad fahren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3/15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🥾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hike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wandern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4/15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🏃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(to) run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rennen, laufen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5/15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🤸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trampolining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Trampolinspringen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6/15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🏫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most schools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meisten Schulen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7/15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🤔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Which clubs ...?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Welche AGs ...?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8/15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🌊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sea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Meer, die See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9/15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💬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sentence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der Satz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10/15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🌤️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sometimes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manchmal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11/15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🚫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never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nie, niemals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12/15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🔅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rarely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selten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13/15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🤫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secret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das Geheimnis; geheim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14/15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34440"/>
            <a:ext cx="2377440" cy="2377440"/>
          </a:xfrm>
          <a:prstGeom prst="roundRect">
            <a:avLst>
              <a:gd name="adj" fmla="val 11538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34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🏓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7213A"/>
                </a:solidFill>
              </a:rPr>
              <a:t>activity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2606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6627A"/>
                </a:solidFill>
              </a:rPr>
              <a:t>die Aktivität, die Tätigkeit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27A"/>
                </a:solidFill>
              </a:rPr>
              <a:t>Topic 2 · 15/15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– Topic 2</dc:title>
  <dc:subject>PptxGenJS Presentation</dc:subject>
  <dc:creator>Mr. Alex</dc:creator>
  <cp:lastModifiedBy>Mr. Alex</cp:lastModifiedBy>
  <cp:revision>1</cp:revision>
  <dcterms:created xsi:type="dcterms:W3CDTF">2026-10-10T10:29:46Z</dcterms:created>
  <dcterms:modified xsi:type="dcterms:W3CDTF">2026-10-10T10:29:46Z</dcterms:modified>
</cp:coreProperties>
</file>