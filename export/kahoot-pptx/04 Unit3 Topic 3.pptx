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shame = schade; eine Schande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I'd love to. = Sehr gerne. / Das würde ich sehr gerne.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ask sb. to do sth. = jn. bitten, etwas zu tun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= der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</a:rPr>
              <a:t>Unit 3 · Vocabulary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Topic 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 Wörter · Auffrischen mit Mr. Alex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😞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a shame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schade; eine Schande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3 · 1/4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😍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I'd love to.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Sehr gerne. / Das würde ich sehr gerne.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3 · 2/4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🙋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213A"/>
                </a:solidFill>
              </a:rPr>
              <a:t>(to) ask sb. to do sth.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jn. bitten, etwas zu tun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3 · 3/4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🗓️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plan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Plan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3 · 4/4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Topic 3</dc:title>
  <dc:subject>PptxGenJS Presentation</dc:subject>
  <dc:creator>Mr. Alex</dc:creator>
  <cp:lastModifiedBy>Mr. Alex</cp:lastModifiedBy>
  <cp:revision>1</cp:revision>
  <dcterms:created xsi:type="dcterms:W3CDTF">2026-10-10T10:29:46Z</dcterms:created>
  <dcterms:modified xsi:type="dcterms:W3CDTF">2026-10-10T10:29:46Z</dcterms:modified>
</cp:coreProperties>
</file>