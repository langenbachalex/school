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= die Reise, die Fahrt; der Weg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come = (mit)kommen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 = der Bus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bike/bus/... = mit dem Fahrrad/Bus/...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 = das Auto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= der Zug, die Eisenbahn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= kurz; klein (Person)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</a:rPr>
              <a:t>Unit 3 · Vocabulary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Start (My day)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7 Wörter · Auffrischen mit Mr. Alex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🧳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journey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Reise, die Fahrt; der Weg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Start (My day) · 1/7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➡️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come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(mit)kommen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Start (My day) · 2/7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🚌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bus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Bus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Start (My day) · 3/7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🚲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by bike/bus/...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mit dem Fahrrad/Bus/...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Start (My day) · 4/7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🚗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car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Auto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Start (My day) · 5/7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🚆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train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Zug, die Eisenbahn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Start (My day) · 6/7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short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kurz; klein (Person)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Start (My day) · 7/7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– Start (My day)</dc:title>
  <dc:subject>PptxGenJS Presentation</dc:subject>
  <dc:creator>Mr. Alex</dc:creator>
  <cp:lastModifiedBy>Mr. Alex</cp:lastModifiedBy>
  <cp:revision>1</cp:revision>
  <dcterms:created xsi:type="dcterms:W3CDTF">2026-10-10T10:29:46Z</dcterms:created>
  <dcterms:modified xsi:type="dcterms:W3CDTF">2026-10-10T10:29:46Z</dcterms:modified>
</cp:coreProperties>
</file>