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win = gewinnen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prize = der Preis, der Gewinn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ceremony = die Feier, die Zeremonie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show = zeigen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article = der Artikel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surprised = überrascht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send = senden, schicken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= nächste(r,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guys (pl) = Leute (als Anrede)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feel = sich fühlen; fühlen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be/feel sorry for sb. = Mitleid haben mit jm.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= sie; ihr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stupid = dumm, blöd; albern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hate = hassen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= viel; sehr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Well done. = Gut gemacht!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 = die Nachrichten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get = (sich etwas) holen, besorgen; bekommen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winner = als Gewinner/in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= das Geld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heading = die Überschrift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find out (about) = herausfinden; sich informieren (über)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explain sth. to sb. = jm. etwas erklären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happen (to sb.) = (jm.) geschehen, passieren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give = geben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pay (for sth.) = zahlen; (etwas) bezahlen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cleaner = die Reinigungskraft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pound (£) = das Pfund (britische Währung)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penny (= p), pl pence = der Penny, Pence (Plural)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Story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29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🏆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win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gewinnen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1/29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🏵️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prize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Preis, der Gewinn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2/29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🎉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ceremony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Feier, die Zeremonie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3/29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🖼️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show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zeigen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4/29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📄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article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Artikel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5/29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😲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surprised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überrascht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6/29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📤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send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senden, schicken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7/29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⏭️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next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nächste(r, s)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8/29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🙌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guys (pl)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Leute (als Anrede)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9/29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💭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feel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sich fühlen; fühlen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10/29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😢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213A"/>
                </a:solidFill>
              </a:rPr>
              <a:t>(to) be/feel sorry for sb.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Mitleid haben mit jm.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11/29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👧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her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sie; ihr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12/29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🤪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stupid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dumm, blöd; albern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13/29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😠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hate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hassen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14/29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➕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much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viel; sehr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15/29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Well done.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Gut gemacht!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16/29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📺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news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Nachrichten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17/29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🤲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get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(sich etwas) holen, besorgen; bekommen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18/29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🥇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as the winner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als Gewinner/in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19/29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💰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money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Geld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20/29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🔠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heading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Überschrift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21/29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find out (about)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herausfinden; sich informieren (über)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22/29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🧑‍🏫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213A"/>
                </a:solidFill>
              </a:rPr>
              <a:t>(to) explain sth. to sb.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jm. etwas erklären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23/29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💥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happen (to sb.)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(jm.) geschehen, passieren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24/29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🎁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give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geben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25/29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💳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pay (for sth.)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zahlen; (etwas) bezahlen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26/29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🧹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cleaner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Reinigungskraft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27/29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💷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pound (£)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Pfund (britische Währung)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28/29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🪙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penny (= p), pl pence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Penny, Pence (Plural)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Story · 29/29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Story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