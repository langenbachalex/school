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look sth. up = etwas nachschlagen, nachschauen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jigsaw (puzzle) = das Puzzle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collect = (ein)sammeln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letter = der Buchstabe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= die Karte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= die Sprache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= die Gruppe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</a:rPr>
              <a:t>Unit 3 · Vocabulary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Study skills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7 Wörter · Auffrischen mit Mr. Alex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📖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look sth. up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etwas nachschlagen, nachschauen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Study skills · 1/7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🧩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jigsaw (puzzle)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Puzzle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Study skills · 2/7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🗃️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collect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(ein)sammeln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Study skills · 3/7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🔤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letter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Buchstabe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Study skills · 4/7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card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Karte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Study skills · 5/7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🗣️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language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Sprache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Study skills · 6/7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👥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group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Gruppe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Study skills · 7/7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Study skills</dc:title>
  <dc:subject>PptxGenJS Presentation</dc:subject>
  <dc:creator>Mr. Alex</dc:creator>
  <cp:lastModifiedBy>Mr. Alex</cp:lastModifiedBy>
  <cp:revision>1</cp:revision>
  <dcterms:created xsi:type="dcterms:W3CDTF">2026-10-10T10:29:46Z</dcterms:created>
  <dcterms:modified xsi:type="dcterms:W3CDTF">2026-10-10T10:29:46Z</dcterms:modified>
</cp:coreProperties>
</file>